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86" d="100"/>
          <a:sy n="86" d="100"/>
        </p:scale>
        <p:origin x="4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sha mehfooz" userId="5a80903252a027e6" providerId="LiveId" clId="{7A7A2CCB-4B77-4F53-A30E-684D215237F6}"/>
    <pc:docChg chg="modSld">
      <pc:chgData name="insha mehfooz" userId="5a80903252a027e6" providerId="LiveId" clId="{7A7A2CCB-4B77-4F53-A30E-684D215237F6}" dt="2026-09-11T06:08:35.283" v="2" actId="1076"/>
      <pc:docMkLst>
        <pc:docMk/>
      </pc:docMkLst>
      <pc:sldChg chg="modSp mod">
        <pc:chgData name="insha mehfooz" userId="5a80903252a027e6" providerId="LiveId" clId="{7A7A2CCB-4B77-4F53-A30E-684D215237F6}" dt="2026-09-11T06:08:35.283" v="2" actId="1076"/>
        <pc:sldMkLst>
          <pc:docMk/>
          <pc:sldMk cId="669893473" sldId="258"/>
        </pc:sldMkLst>
        <pc:picChg chg="mod">
          <ac:chgData name="insha mehfooz" userId="5a80903252a027e6" providerId="LiveId" clId="{7A7A2CCB-4B77-4F53-A30E-684D215237F6}" dt="2026-09-11T06:08:35.283" v="2" actId="1076"/>
          <ac:picMkLst>
            <pc:docMk/>
            <pc:sldMk cId="669893473" sldId="258"/>
            <ac:picMk id="3" creationId="{BEF9BDD2-C657-D154-9B95-3A207C76399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D56AD-BED5-0383-7033-4F3F0BD41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B84A1A-C674-C8DA-5107-161F7F574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D6D66-23EC-70E1-5DFE-9DBA71588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96477-BCF0-76A9-F1B3-1CAF219A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77938-90C6-E072-8AE0-DC80FCCC5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5173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0055D-92EB-1906-F9A2-C2E7A5E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7E1DA-587B-13B9-95BA-2B4E24819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50FA2-9A1E-6EEB-198D-C0ECFBD7C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980CD-A886-A313-F462-84B896F7F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CAEDA-E397-3C5A-D79B-8FA0C2BCF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8571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6871C-6309-AD72-31DE-CE77AB0FE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CC8F41-64B7-066D-4B40-87F27210A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20B0A-AD16-8546-E5AB-AD28EC2F4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FE9359-4276-6F97-5139-94A569639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5EF68-6DDA-8884-13F1-DA58A7FB9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894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295-7FC0-1D65-F842-6ED543042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1B0C1-FEED-787A-9A6C-36F7AC3FEF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945B-BB18-DC3C-94B0-21BBDD2F2F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608B40-E04F-6437-5C90-A88B3DC5D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FA508-9053-6C79-4BC0-7ADCBBC1A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8382C-7A39-116B-BF2F-0ADB16707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3775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642D-85C2-6E54-2F73-B7B1A8E49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54314B-8B77-481B-4AAA-6455C6DAB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B7213-1675-57EE-936A-2A8DA3E37A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6D9D3-DB2F-F848-DF74-68A023C937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E86A5A-179A-A4B4-840D-66C2B4AD1A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28AE7-5B44-6A0B-FC9E-D03CD8A75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C4A993-D638-DD0E-0BEF-19D543B33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2D1BA8-7B14-4433-CD01-808079455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4383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55C9-CDC8-882E-6450-7E3D3E54D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302768-4A4C-0417-C1B6-BBFB4CDE5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2F8496-B51B-6FD2-C6CB-AFA14E0FF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67C66-16CF-1E54-DAD6-355785B52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6293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120C42-1783-41C5-91BF-06DD6A2E5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FC9330-0F42-7239-80C3-8B251788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68078-DB5D-1DC4-B889-31F729C6B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8333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49626-9747-6ABC-53A4-D74D264B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97536-6984-3B03-4090-6702E0A4A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588777-368E-6E40-BD76-C4DF67CEE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10EB-1B0E-44EA-7639-B421850A2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1A9C3D-633C-6DAB-2706-BE8EA94C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347B88-6624-DD9A-9C19-B745D2367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1670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21D4C-C49E-77B7-371B-23DE9F81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92CBF1-CE08-AEB0-35D6-A3CC9FEDDD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E66B6D-4A82-8DAE-D278-B5664BDD54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CD4C26-BC8B-FE09-041B-902E745FF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C04C3-EA09-E676-3DB9-3562365A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32C7F-A66B-5D25-9BFF-5D08C36F7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97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75CFB-7698-B6EA-85B6-13A6AAD19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EBE46F-EF52-FBE3-4E25-DA1666F9F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DA1-4030-F77C-D923-AA8CF3CDF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FE73E-96AC-B7F4-2E80-076F8FBC0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D42DE-AC13-B259-16DF-36F0B2A25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7472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C1E0F-827F-CA6D-ADFA-85446E1526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98DC8-2066-6053-8563-E298FC3BBF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2247B-4AA2-C4CD-4D54-DB7F1DA34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A0096-FC26-36B5-2C86-7A05F7260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C4AD7B-2207-B1CD-CA7C-C14BA834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91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2A1DA8-4FC4-BA4C-553E-D0F71B73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BC073-2BE3-BF14-90BA-4D01CD02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74571-F3BB-F497-24C8-8F0F20C95B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68388-51A9-41E2-95B5-A5B882131529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6F68AF-9CA8-D26B-1571-AC53516B73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224AC-850D-02FE-3FB6-DE2E4E1ED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6539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69041-5F06-A582-CD3B-4A08691897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82A073-C15E-16C2-F3CD-81F5CFA9D8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F0528-040A-8A0C-F72E-CC5145DB9F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98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769616-C48C-BC06-08CA-E49594257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8" y="33262"/>
            <a:ext cx="12168062" cy="679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35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F9BDD2-C657-D154-9B95-3A207C763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118"/>
            <a:ext cx="12104288" cy="675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893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2303E5-EC9B-B62B-F9B7-B43133F79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20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EFC1A2-F53C-5930-C2CB-9883BB0A5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284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00F883-3086-96AD-81C3-35526EBD4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844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Akuma Flare</dc:creator>
  <cp:lastModifiedBy>insha mehfooz</cp:lastModifiedBy>
  <cp:revision>1</cp:revision>
  <dcterms:created xsi:type="dcterms:W3CDTF">2026-09-01T21:57:22Z</dcterms:created>
  <dcterms:modified xsi:type="dcterms:W3CDTF">2026-09-11T06:08:46Z</dcterms:modified>
</cp:coreProperties>
</file>