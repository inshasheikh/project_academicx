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56AD-BED5-0383-7033-4F3F0BD41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84A1A-C674-C8DA-5107-161F7F574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D6D66-23EC-70E1-5DFE-9DBA71588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96477-BCF0-76A9-F1B3-1CAF219A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77938-90C6-E072-8AE0-DC80FCCC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17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055D-92EB-1906-F9A2-C2E7A5E1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E1DA-587B-13B9-95BA-2B4E24819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50FA2-9A1E-6EEB-198D-C0ECFBD7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980CD-A886-A313-F462-84B896F7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CAEDA-E397-3C5A-D79B-8FA0C2BC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7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871C-6309-AD72-31DE-CE77AB0F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C8F41-64B7-066D-4B40-87F27210A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20B0A-AD16-8546-E5AB-AD28EC2F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E9359-4276-6F97-5139-94A569639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5EF68-6DDA-8884-13F1-DA58A7FB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89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2295-7FC0-1D65-F842-6ED543042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B0C1-FEED-787A-9A6C-36F7AC3FE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9945B-BB18-DC3C-94B0-21BBDD2F2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08B40-E04F-6437-5C90-A88B3DC5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FA508-9053-6C79-4BC0-7ADCBBC1A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8382C-7A39-116B-BF2F-0ADB1670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7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642D-85C2-6E54-2F73-B7B1A8E4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4314B-8B77-481B-4AAA-6455C6DAB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B7213-1675-57EE-936A-2A8DA3E37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6D9D3-DB2F-F848-DF74-68A023C93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86A5A-179A-A4B4-840D-66C2B4AD1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28AE7-5B44-6A0B-FC9E-D03CD8A7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4A993-D638-DD0E-0BEF-19D543B3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D1BA8-7B14-4433-CD01-80807945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38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55C9-CDC8-882E-6450-7E3D3E54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02768-4A4C-0417-C1B6-BBFB4CDE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F8496-B51B-6FD2-C6CB-AFA14E0F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67C66-16CF-1E54-DAD6-355785B5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9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20C42-1783-41C5-91BF-06DD6A2E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C9330-0F42-7239-80C3-8B251788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68078-DB5D-1DC4-B889-31F729C6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33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9626-9747-6ABC-53A4-D74D264B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97536-6984-3B03-4090-6702E0A4A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88777-368E-6E40-BD76-C4DF67CEE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E10EB-1B0E-44EA-7639-B421850A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A9C3D-633C-6DAB-2706-BE8EA94C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47B88-6624-DD9A-9C19-B745D236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67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1D4C-C49E-77B7-371B-23DE9F813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2CBF1-CE08-AEB0-35D6-A3CC9FEDDD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66B6D-4A82-8DAE-D278-B5664BDD5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D4C26-BC8B-FE09-041B-902E745F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C04C3-EA09-E676-3DB9-3562365A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32C7F-A66B-5D25-9BFF-5D08C36F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9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5CFB-7698-B6EA-85B6-13A6AAD1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BE46F-EF52-FBE3-4E25-DA1666F9F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13DA1-4030-F77C-D923-AA8CF3CD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FE73E-96AC-B7F4-2E80-076F8FBC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D42DE-AC13-B259-16DF-36F0B2A2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4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C1E0F-827F-CA6D-ADFA-85446E152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98DC8-2066-6053-8563-E298FC3BB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2247B-4AA2-C4CD-4D54-DB7F1DA3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A0096-FC26-36B5-2C86-7A05F726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4AD7B-2207-B1CD-CA7C-C14BA834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91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A1DA8-4FC4-BA4C-553E-D0F71B73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BC073-2BE3-BF14-90BA-4D01CD02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74571-F3BB-F497-24C8-8F0F20C9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68388-51A9-41E2-95B5-A5B882131529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F68AF-9CA8-D26B-1571-AC53516B7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224AC-850D-02FE-3FB6-DE2E4E1ED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980DE-3CCD-4D71-B859-1FB10D37D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53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9041-5F06-A582-CD3B-4A08691897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2A073-C15E-16C2-F3CD-81F5CFA9D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F0528-040A-8A0C-F72E-CC5145DB9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769616-C48C-BC06-08CA-E49594257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" y="33262"/>
            <a:ext cx="12168062" cy="67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3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81F781-02C2-AED4-D740-1B01EC9B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39"/>
            <a:ext cx="12192000" cy="680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93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2303E5-EC9B-B62B-F9B7-B43133F79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0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FC1A2-F53C-5930-C2CB-9883BB0A5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84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00F883-3086-96AD-81C3-35526EBD4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4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Akuma Flare</dc:creator>
  <cp:lastModifiedBy>Akuma Flare</cp:lastModifiedBy>
  <cp:revision>2</cp:revision>
  <dcterms:created xsi:type="dcterms:W3CDTF">2026-09-01T21:57:22Z</dcterms:created>
  <dcterms:modified xsi:type="dcterms:W3CDTF">2026-09-11T09:22:12Z</dcterms:modified>
</cp:coreProperties>
</file>